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Enhancing Software Development Productivity with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Local Qwen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Generative AI refers to artificial intelligence systems that create new content.</a:t>
            </a:r>
          </a:p>
          <a:p>
            <a:pPr>
              <a:defRPr sz="2000"/>
            </a:pPr>
            <a:r>
              <a:t>These systems can generate code, documentation, and other software artifacts.</a:t>
            </a:r>
          </a:p>
          <a:p>
            <a:pPr>
              <a:defRPr sz="2000"/>
            </a:pPr>
            <a:r>
              <a:t>They leverage large language models and machine learning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of Generative AI in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Accelerates code generation and reduces manual coding efforts.</a:t>
            </a:r>
          </a:p>
          <a:p>
            <a:pPr>
              <a:defRPr sz="2000"/>
            </a:pPr>
            <a:r>
              <a:t>Improves documentation quality and consistency.</a:t>
            </a:r>
          </a:p>
          <a:p>
            <a:pPr>
              <a:defRPr sz="2000"/>
            </a:pPr>
            <a:r>
              <a:t>Supports rapid prototyping and iteration.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Generation and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Generates boilerplate code and common functions.</a:t>
            </a:r>
          </a:p>
          <a:p>
            <a:pPr>
              <a:defRPr sz="2000"/>
            </a:pPr>
            <a:r>
              <a:t>Automates repetitive tasks like testing and debugging.</a:t>
            </a:r>
          </a:p>
          <a:p>
            <a:pPr>
              <a:defRPr sz="2000"/>
            </a:pPr>
            <a:r>
              <a:t>Reduces time-to-market for software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and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Creates accurate and up-to-date documentation.</a:t>
            </a:r>
          </a:p>
          <a:p>
            <a:pPr>
              <a:defRPr sz="2000"/>
            </a:pPr>
            <a:r>
              <a:t>Facilitates collaboration by providing consistent code examples.</a:t>
            </a:r>
          </a:p>
          <a:p>
            <a:pPr>
              <a:defRPr sz="2000"/>
            </a:pPr>
            <a:r>
              <a:t>Supports knowledge sharing among developers.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Requires careful validation of generated code for accuracy.</a:t>
            </a:r>
          </a:p>
          <a:p>
            <a:pPr>
              <a:defRPr sz="2000"/>
            </a:pPr>
            <a:r>
              <a:t>May need integration with existing development workflows.</a:t>
            </a:r>
          </a:p>
          <a:p>
            <a:pPr>
              <a:defRPr sz="2000"/>
            </a:pPr>
            <a:r>
              <a:t>Ethical and security concerns must be addressed.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Generative AI in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Continued advancements in AI models will enhance capabilities.</a:t>
            </a:r>
          </a:p>
          <a:p>
            <a:pPr>
              <a:defRPr sz="2000"/>
            </a:pPr>
            <a:r>
              <a:t>Integration with IDEs and development tools is on the rise.</a:t>
            </a:r>
          </a:p>
          <a:p>
            <a:pPr>
              <a:defRPr sz="2000"/>
            </a:pPr>
            <a:r>
              <a:t>Expect increased adoption in agile and DevOps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Generative AI is a transformative tool for software development.</a:t>
            </a:r>
          </a:p>
          <a:p>
            <a:pPr>
              <a:defRPr sz="2000"/>
            </a:pPr>
            <a:r>
              <a:t>It enhances productivity, reduces errors, and accelerates delivery.</a:t>
            </a:r>
          </a:p>
          <a:p>
            <a:pPr>
              <a:defRPr sz="2000"/>
            </a:pPr>
            <a:r>
              <a:t>Embracing AI can lead to more efficient and innovative software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